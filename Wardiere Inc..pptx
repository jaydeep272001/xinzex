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Bold" charset="1" panose="00000800000000000000"/>
      <p:regular r:id="rId12"/>
    </p:embeddedFont>
    <p:embeddedFont>
      <p:font typeface="Poppins" charset="1" panose="00000500000000000000"/>
      <p:regular r:id="rId13"/>
    </p:embeddedFont>
    <p:embeddedFont>
      <p:font typeface="Poppins Medium" charset="1" panose="00000600000000000000"/>
      <p:regular r:id="rId14"/>
    </p:embeddedFont>
    <p:embeddedFont>
      <p:font typeface="Poppins Semi-Bold" charset="1" panose="000007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://www.xinzex.com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xinzex.com/custom-on-demand-app-development-services-in-usa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07507" y="2541498"/>
            <a:ext cx="14168570" cy="4890634"/>
            <a:chOff x="0" y="0"/>
            <a:chExt cx="3731640" cy="1288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1640" cy="1288068"/>
            </a:xfrm>
            <a:custGeom>
              <a:avLst/>
              <a:gdLst/>
              <a:ahLst/>
              <a:cxnLst/>
              <a:rect r="r" b="b" t="t" l="l"/>
              <a:pathLst>
                <a:path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6711" y="7009903"/>
            <a:ext cx="10177362" cy="1167429"/>
            <a:chOff x="0" y="0"/>
            <a:chExt cx="2680458" cy="30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80458" cy="307471"/>
            </a:xfrm>
            <a:custGeom>
              <a:avLst/>
              <a:gdLst/>
              <a:ahLst/>
              <a:cxnLst/>
              <a:rect r="r" b="b" t="t" l="l"/>
              <a:pathLst>
                <a:path h="307471" w="2680458">
                  <a:moveTo>
                    <a:pt x="76070" y="0"/>
                  </a:moveTo>
                  <a:lnTo>
                    <a:pt x="2604388" y="0"/>
                  </a:lnTo>
                  <a:cubicBezTo>
                    <a:pt x="2624562" y="0"/>
                    <a:pt x="2643911" y="8014"/>
                    <a:pt x="2658177" y="22280"/>
                  </a:cubicBezTo>
                  <a:cubicBezTo>
                    <a:pt x="2672443" y="36546"/>
                    <a:pt x="2680458" y="55895"/>
                    <a:pt x="2680458" y="76070"/>
                  </a:cubicBezTo>
                  <a:lnTo>
                    <a:pt x="2680458" y="231401"/>
                  </a:lnTo>
                  <a:cubicBezTo>
                    <a:pt x="2680458" y="251576"/>
                    <a:pt x="2672443" y="270925"/>
                    <a:pt x="2658177" y="285191"/>
                  </a:cubicBezTo>
                  <a:cubicBezTo>
                    <a:pt x="2643911" y="299457"/>
                    <a:pt x="2624562" y="307471"/>
                    <a:pt x="2604388" y="307471"/>
                  </a:cubicBezTo>
                  <a:lnTo>
                    <a:pt x="76070" y="307471"/>
                  </a:lnTo>
                  <a:cubicBezTo>
                    <a:pt x="55895" y="307471"/>
                    <a:pt x="36546" y="299457"/>
                    <a:pt x="22280" y="285191"/>
                  </a:cubicBezTo>
                  <a:cubicBezTo>
                    <a:pt x="8014" y="270925"/>
                    <a:pt x="0" y="251576"/>
                    <a:pt x="0" y="231401"/>
                  </a:cubicBezTo>
                  <a:lnTo>
                    <a:pt x="0" y="76070"/>
                  </a:lnTo>
                  <a:cubicBezTo>
                    <a:pt x="0" y="55895"/>
                    <a:pt x="8014" y="36546"/>
                    <a:pt x="22280" y="22280"/>
                  </a:cubicBezTo>
                  <a:cubicBezTo>
                    <a:pt x="36546" y="8014"/>
                    <a:pt x="55895" y="0"/>
                    <a:pt x="7607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680458" cy="34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-519040" y="1028700"/>
            <a:ext cx="5069887" cy="10031643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7087" y="5703435"/>
            <a:ext cx="2757635" cy="1408066"/>
            <a:chOff x="0" y="0"/>
            <a:chExt cx="1591833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525540" y="3889057"/>
            <a:ext cx="11057710" cy="251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true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Custom On Demand App Development Services Company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10942" y="7301518"/>
            <a:ext cx="9188901" cy="52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sz="2975" spc="19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REVOLUTIONIZING MOBILE APP DEVELOPMENT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13810" y="3073452"/>
            <a:ext cx="9999973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9"/>
              </a:lnSpc>
            </a:pPr>
            <a:r>
              <a:rPr lang="en-US" sz="3999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Transforming</a:t>
            </a:r>
            <a:r>
              <a:rPr lang="en-US" sz="3999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 Businesses with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020058" y="8386882"/>
            <a:ext cx="3970670" cy="551300"/>
            <a:chOff x="0" y="0"/>
            <a:chExt cx="1359715" cy="1887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59715" cy="188787"/>
            </a:xfrm>
            <a:custGeom>
              <a:avLst/>
              <a:gdLst/>
              <a:ahLst/>
              <a:cxnLst/>
              <a:rect r="r" b="b" t="t" l="l"/>
              <a:pathLst>
                <a:path h="188787" w="1359715">
                  <a:moveTo>
                    <a:pt x="19498" y="0"/>
                  </a:moveTo>
                  <a:lnTo>
                    <a:pt x="1340217" y="0"/>
                  </a:lnTo>
                  <a:cubicBezTo>
                    <a:pt x="1345388" y="0"/>
                    <a:pt x="1350348" y="2054"/>
                    <a:pt x="1354004" y="5711"/>
                  </a:cubicBezTo>
                  <a:cubicBezTo>
                    <a:pt x="1357661" y="9367"/>
                    <a:pt x="1359715" y="14327"/>
                    <a:pt x="1359715" y="19498"/>
                  </a:cubicBezTo>
                  <a:lnTo>
                    <a:pt x="1359715" y="169289"/>
                  </a:lnTo>
                  <a:cubicBezTo>
                    <a:pt x="1359715" y="180058"/>
                    <a:pt x="1350985" y="188787"/>
                    <a:pt x="1340217" y="188787"/>
                  </a:cubicBezTo>
                  <a:lnTo>
                    <a:pt x="19498" y="188787"/>
                  </a:lnTo>
                  <a:cubicBezTo>
                    <a:pt x="8729" y="188787"/>
                    <a:pt x="0" y="180058"/>
                    <a:pt x="0" y="169289"/>
                  </a:cubicBezTo>
                  <a:lnTo>
                    <a:pt x="0" y="19498"/>
                  </a:lnTo>
                  <a:cubicBezTo>
                    <a:pt x="0" y="8729"/>
                    <a:pt x="8729" y="0"/>
                    <a:pt x="19498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359715" cy="24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54">
                  <a:solidFill>
                    <a:srgbClr val="2B2A2A"/>
                  </a:solidFill>
                  <a:latin typeface="Poppins"/>
                  <a:ea typeface="Poppins"/>
                  <a:cs typeface="Poppins"/>
                  <a:sym typeface="Poppins"/>
                  <a:hlinkClick r:id="rId3" tooltip="http://www.xinzex.com"/>
                </a:rPr>
                <a:t>www.xinzex.com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2006" y="252866"/>
            <a:ext cx="14168570" cy="3779614"/>
            <a:chOff x="0" y="0"/>
            <a:chExt cx="3731640" cy="995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1640" cy="995454"/>
            </a:xfrm>
            <a:custGeom>
              <a:avLst/>
              <a:gdLst/>
              <a:ahLst/>
              <a:cxnLst/>
              <a:rect r="r" b="b" t="t" l="l"/>
              <a:pathLst>
                <a:path h="995454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968680"/>
                  </a:lnTo>
                  <a:cubicBezTo>
                    <a:pt x="3731640" y="983467"/>
                    <a:pt x="3719653" y="995454"/>
                    <a:pt x="3704866" y="995454"/>
                  </a:cubicBezTo>
                  <a:lnTo>
                    <a:pt x="26774" y="995454"/>
                  </a:lnTo>
                  <a:cubicBezTo>
                    <a:pt x="11987" y="995454"/>
                    <a:pt x="0" y="983467"/>
                    <a:pt x="0" y="968680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31640" cy="1033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0283" y="674932"/>
            <a:ext cx="12966023" cy="30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4"/>
              </a:lnSpc>
            </a:pPr>
            <a:r>
              <a:rPr lang="en-US" sz="7294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Why On-Demand Apps Are Reshaping Modern Businesses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152110"/>
            <a:ext cx="9414573" cy="229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Consumers expect instant access to services anytime, anywhere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Rapid growth in mobile-first customer behavior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Increased demand for real-time booking, payments, and tracking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Businesses shifting from traditional models to digital platforms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On-demand apps improving customer convenience and engagement</a:t>
            </a:r>
          </a:p>
          <a:p>
            <a:pPr algn="l" marL="0" indent="0" lvl="0">
              <a:lnSpc>
                <a:spcPts val="3020"/>
              </a:lnSpc>
            </a:pP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1131362" y="2429273"/>
            <a:ext cx="5069887" cy="10031643"/>
            <a:chOff x="0" y="0"/>
            <a:chExt cx="2620010" cy="5184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287488" y="6905092"/>
            <a:ext cx="2757635" cy="1408066"/>
            <a:chOff x="0" y="0"/>
            <a:chExt cx="1591833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2272120" y="-4344859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5205" y="705495"/>
            <a:ext cx="14168570" cy="3779614"/>
            <a:chOff x="0" y="0"/>
            <a:chExt cx="3731640" cy="995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1640" cy="995454"/>
            </a:xfrm>
            <a:custGeom>
              <a:avLst/>
              <a:gdLst/>
              <a:ahLst/>
              <a:cxnLst/>
              <a:rect r="r" b="b" t="t" l="l"/>
              <a:pathLst>
                <a:path h="995454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968680"/>
                  </a:lnTo>
                  <a:cubicBezTo>
                    <a:pt x="3731640" y="983467"/>
                    <a:pt x="3719653" y="995454"/>
                    <a:pt x="3704866" y="995454"/>
                  </a:cubicBezTo>
                  <a:lnTo>
                    <a:pt x="26774" y="995454"/>
                  </a:lnTo>
                  <a:cubicBezTo>
                    <a:pt x="11987" y="995454"/>
                    <a:pt x="0" y="983467"/>
                    <a:pt x="0" y="968680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31640" cy="1033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32880" y="3927834"/>
            <a:ext cx="12687804" cy="9234654"/>
            <a:chOff x="0" y="0"/>
            <a:chExt cx="1155115" cy="8407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5115" cy="840735"/>
            </a:xfrm>
            <a:custGeom>
              <a:avLst/>
              <a:gdLst/>
              <a:ahLst/>
              <a:cxnLst/>
              <a:rect r="r" b="b" t="t" l="l"/>
              <a:pathLst>
                <a:path h="840735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799243"/>
                  </a:lnTo>
                  <a:cubicBezTo>
                    <a:pt x="1155115" y="810247"/>
                    <a:pt x="1150743" y="820801"/>
                    <a:pt x="1142962" y="828582"/>
                  </a:cubicBezTo>
                  <a:cubicBezTo>
                    <a:pt x="1135180" y="836364"/>
                    <a:pt x="1124626" y="840735"/>
                    <a:pt x="1113622" y="840735"/>
                  </a:cubicBezTo>
                  <a:lnTo>
                    <a:pt x="41493" y="840735"/>
                  </a:lnTo>
                  <a:cubicBezTo>
                    <a:pt x="18577" y="840735"/>
                    <a:pt x="0" y="822158"/>
                    <a:pt x="0" y="799243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55115" cy="878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3018" y="4570207"/>
            <a:ext cx="639485" cy="63948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518684" y="4570207"/>
            <a:ext cx="639485" cy="63948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53018" y="7318463"/>
            <a:ext cx="639485" cy="63948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518684" y="7318463"/>
            <a:ext cx="639485" cy="63948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882140" y="4799434"/>
            <a:ext cx="3806341" cy="7531500"/>
            <a:chOff x="0" y="0"/>
            <a:chExt cx="2620010" cy="51841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649490" y="5391110"/>
            <a:ext cx="3517301" cy="166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Fully tailored solutions aligned with your business model</a:t>
            </a:r>
          </a:p>
          <a:p>
            <a:pPr algn="ctr">
              <a:lnSpc>
                <a:spcPts val="2600"/>
              </a:lnSpc>
            </a:pPr>
          </a:p>
          <a:p>
            <a:pPr algn="ctr" marL="0" indent="0" lvl="0">
              <a:lnSpc>
                <a:spcPts val="260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3057039" y="5391110"/>
            <a:ext cx="4024907" cy="166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Scalable architecture built for long-term growth</a:t>
            </a:r>
          </a:p>
          <a:p>
            <a:pPr algn="l">
              <a:lnSpc>
                <a:spcPts val="2600"/>
              </a:lnSpc>
            </a:pPr>
          </a:p>
          <a:p>
            <a:pPr algn="l" marL="0" indent="0" lvl="0">
              <a:lnSpc>
                <a:spcPts val="2600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7649490" y="8159749"/>
            <a:ext cx="3771180" cy="10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Advanced security </a:t>
            </a:r>
          </a:p>
          <a:p>
            <a:pPr algn="ctr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 compliance standards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56480" y="8159749"/>
            <a:ext cx="3603380" cy="166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Seamless third-party Integrations (payments, GPS, CRM)</a:t>
            </a:r>
          </a:p>
          <a:p>
            <a:pPr algn="l" marL="0" indent="0" lvl="0">
              <a:lnSpc>
                <a:spcPts val="260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9292332" y="4693208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706304" y="4661223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26546" y="7409478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706304" y="7409478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32241" y="1193139"/>
            <a:ext cx="12839160" cy="252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9"/>
              </a:lnSpc>
              <a:spcBef>
                <a:spcPct val="0"/>
              </a:spcBef>
            </a:pPr>
            <a:r>
              <a:rPr lang="en-US" b="true" sz="6065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Why Choose a Custom On Demand App Development Services Comp</a:t>
            </a:r>
            <a:r>
              <a:rPr lang="en-US" b="true" sz="6065" strike="noStrike" u="non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any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406493" y="7861151"/>
            <a:ext cx="2757635" cy="1408066"/>
            <a:chOff x="0" y="0"/>
            <a:chExt cx="1591833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5205" y="705495"/>
            <a:ext cx="14168570" cy="3779614"/>
            <a:chOff x="0" y="0"/>
            <a:chExt cx="3731640" cy="995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1640" cy="995454"/>
            </a:xfrm>
            <a:custGeom>
              <a:avLst/>
              <a:gdLst/>
              <a:ahLst/>
              <a:cxnLst/>
              <a:rect r="r" b="b" t="t" l="l"/>
              <a:pathLst>
                <a:path h="995454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968680"/>
                  </a:lnTo>
                  <a:cubicBezTo>
                    <a:pt x="3731640" y="983467"/>
                    <a:pt x="3719653" y="995454"/>
                    <a:pt x="3704866" y="995454"/>
                  </a:cubicBezTo>
                  <a:lnTo>
                    <a:pt x="26774" y="995454"/>
                  </a:lnTo>
                  <a:cubicBezTo>
                    <a:pt x="11987" y="995454"/>
                    <a:pt x="0" y="983467"/>
                    <a:pt x="0" y="968680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31640" cy="1033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69581" y="1024841"/>
            <a:ext cx="9283034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Core Features That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581" y="2047169"/>
            <a:ext cx="9283034" cy="21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Drive Business Transformation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560043">
            <a:off x="9876570" y="2586520"/>
            <a:ext cx="2112427" cy="4179799"/>
            <a:chOff x="0" y="0"/>
            <a:chExt cx="2620010" cy="5184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560043">
            <a:off x="10537032" y="7464282"/>
            <a:ext cx="2112427" cy="4179799"/>
            <a:chOff x="0" y="0"/>
            <a:chExt cx="2620010" cy="51841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3" id="33"/>
          <p:cNvGrpSpPr>
            <a:grpSpLocks noChangeAspect="true"/>
          </p:cNvGrpSpPr>
          <p:nvPr/>
        </p:nvGrpSpPr>
        <p:grpSpPr>
          <a:xfrm rot="560043">
            <a:off x="13352544" y="2395995"/>
            <a:ext cx="2112427" cy="4179799"/>
            <a:chOff x="0" y="0"/>
            <a:chExt cx="2620010" cy="5184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3" id="43"/>
          <p:cNvGrpSpPr>
            <a:grpSpLocks noChangeAspect="true"/>
          </p:cNvGrpSpPr>
          <p:nvPr/>
        </p:nvGrpSpPr>
        <p:grpSpPr>
          <a:xfrm rot="560043">
            <a:off x="14217415" y="8114184"/>
            <a:ext cx="2112427" cy="4179799"/>
            <a:chOff x="0" y="0"/>
            <a:chExt cx="2620010" cy="51841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3" id="53"/>
          <p:cNvGrpSpPr>
            <a:grpSpLocks noChangeAspect="true"/>
          </p:cNvGrpSpPr>
          <p:nvPr/>
        </p:nvGrpSpPr>
        <p:grpSpPr>
          <a:xfrm rot="560043">
            <a:off x="16469109" y="3719479"/>
            <a:ext cx="2112427" cy="4179799"/>
            <a:chOff x="0" y="0"/>
            <a:chExt cx="2620010" cy="51841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530387" y="5403403"/>
            <a:ext cx="6580386" cy="305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Secure user registration &amp; profile management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Real-time GPS tracking &amp; service monitoring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Integrated payment gateway system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Smart booking &amp; scheduling functionality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Push notifications &amp; promotional alerts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Ratings, reviews &amp; feedback management</a:t>
            </a:r>
          </a:p>
          <a:p>
            <a:pPr algn="l" marL="431801" indent="-215900" lvl="1">
              <a:lnSpc>
                <a:spcPts val="3020"/>
              </a:lnSpc>
              <a:buFont typeface="Arial"/>
              <a:buChar char="•"/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Powerful admin dashboard &amp; analytics system</a:t>
            </a:r>
          </a:p>
          <a:p>
            <a:pPr algn="l" marL="0" indent="0" lvl="0">
              <a:lnSpc>
                <a:spcPts val="3020"/>
              </a:lnSpc>
            </a:pPr>
          </a:p>
        </p:txBody>
      </p:sp>
      <p:grpSp>
        <p:nvGrpSpPr>
          <p:cNvPr name="Group 64" id="64"/>
          <p:cNvGrpSpPr/>
          <p:nvPr/>
        </p:nvGrpSpPr>
        <p:grpSpPr>
          <a:xfrm rot="594631">
            <a:off x="10337035" y="4372227"/>
            <a:ext cx="1191496" cy="608385"/>
            <a:chOff x="0" y="0"/>
            <a:chExt cx="1591833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594631">
            <a:off x="13813010" y="4181702"/>
            <a:ext cx="1191496" cy="608385"/>
            <a:chOff x="0" y="0"/>
            <a:chExt cx="1591833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594631">
            <a:off x="16929574" y="5505186"/>
            <a:ext cx="1191496" cy="608385"/>
            <a:chOff x="0" y="0"/>
            <a:chExt cx="1591833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594631">
            <a:off x="10997497" y="8954107"/>
            <a:ext cx="1191496" cy="608385"/>
            <a:chOff x="0" y="0"/>
            <a:chExt cx="1591833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594631">
            <a:off x="14677881" y="9899890"/>
            <a:ext cx="1191496" cy="608385"/>
            <a:chOff x="0" y="0"/>
            <a:chExt cx="1591833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971976" y="252866"/>
            <a:ext cx="14168570" cy="4890634"/>
            <a:chOff x="0" y="0"/>
            <a:chExt cx="3731640" cy="12880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31640" cy="1288068"/>
            </a:xfrm>
            <a:custGeom>
              <a:avLst/>
              <a:gdLst/>
              <a:ahLst/>
              <a:cxnLst/>
              <a:rect r="r" b="b" t="t" l="l"/>
              <a:pathLst>
                <a:path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20694" y="1047750"/>
            <a:ext cx="1007590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Future-Ready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694" y="2178505"/>
            <a:ext cx="9844485" cy="21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Innovation &amp; Digital Success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196595" y="2389096"/>
            <a:ext cx="4705788" cy="9311209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9334547" y="4481011"/>
            <a:ext cx="2681025" cy="5304868"/>
            <a:chOff x="0" y="0"/>
            <a:chExt cx="2620010" cy="51841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5087642" y="4481011"/>
            <a:ext cx="2681025" cy="5304868"/>
            <a:chOff x="0" y="0"/>
            <a:chExt cx="2620010" cy="5184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954083" y="6728320"/>
            <a:ext cx="1441951" cy="736269"/>
            <a:chOff x="0" y="0"/>
            <a:chExt cx="1591833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5707178" y="6728320"/>
            <a:ext cx="1441951" cy="736269"/>
            <a:chOff x="0" y="0"/>
            <a:chExt cx="1591833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37591" y="5956335"/>
            <a:ext cx="3023796" cy="1543969"/>
            <a:chOff x="0" y="0"/>
            <a:chExt cx="1591833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14539" y="6419909"/>
            <a:ext cx="7610445" cy="15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Partnering with a </a:t>
            </a: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  <a:hlinkClick r:id="rId3" tooltip="https://xinzex.com/custom-on-demand-app-development-services-in-usa/"/>
              </a:rPr>
              <a:t>Custom On Demand App Development Services Company</a:t>
            </a: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 empowers businesses to innovate, scale, and lead in the digital economy.</a:t>
            </a:r>
          </a:p>
          <a:p>
            <a:pPr algn="just" marL="0" indent="0" lvl="0">
              <a:lnSpc>
                <a:spcPts val="30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605760" y="6855137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00950" y="3600450"/>
            <a:ext cx="9059728" cy="4049588"/>
            <a:chOff x="0" y="0"/>
            <a:chExt cx="2386101" cy="10665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6101" cy="1066558"/>
            </a:xfrm>
            <a:custGeom>
              <a:avLst/>
              <a:gdLst/>
              <a:ahLst/>
              <a:cxnLst/>
              <a:rect r="r" b="b" t="t" l="l"/>
              <a:pathLst>
                <a:path h="1066558" w="2386101">
                  <a:moveTo>
                    <a:pt x="24782" y="0"/>
                  </a:moveTo>
                  <a:lnTo>
                    <a:pt x="2361320" y="0"/>
                  </a:lnTo>
                  <a:cubicBezTo>
                    <a:pt x="2367892" y="0"/>
                    <a:pt x="2374195" y="2611"/>
                    <a:pt x="2378843" y="7258"/>
                  </a:cubicBezTo>
                  <a:cubicBezTo>
                    <a:pt x="2383490" y="11906"/>
                    <a:pt x="2386101" y="18209"/>
                    <a:pt x="2386101" y="24782"/>
                  </a:cubicBezTo>
                  <a:lnTo>
                    <a:pt x="2386101" y="1041777"/>
                  </a:lnTo>
                  <a:cubicBezTo>
                    <a:pt x="2386101" y="1048349"/>
                    <a:pt x="2383490" y="1054652"/>
                    <a:pt x="2378843" y="1059300"/>
                  </a:cubicBezTo>
                  <a:cubicBezTo>
                    <a:pt x="2374195" y="1063947"/>
                    <a:pt x="2367892" y="1066558"/>
                    <a:pt x="2361320" y="1066558"/>
                  </a:cubicBezTo>
                  <a:lnTo>
                    <a:pt x="24782" y="1066558"/>
                  </a:lnTo>
                  <a:cubicBezTo>
                    <a:pt x="18209" y="1066558"/>
                    <a:pt x="11906" y="1063947"/>
                    <a:pt x="7258" y="1059300"/>
                  </a:cubicBezTo>
                  <a:cubicBezTo>
                    <a:pt x="2611" y="1054652"/>
                    <a:pt x="0" y="1048349"/>
                    <a:pt x="0" y="1041777"/>
                  </a:cubicBezTo>
                  <a:lnTo>
                    <a:pt x="0" y="24782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386101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66745" y="7301269"/>
            <a:ext cx="4249157" cy="697540"/>
            <a:chOff x="0" y="0"/>
            <a:chExt cx="1455080" cy="2388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5080" cy="238865"/>
            </a:xfrm>
            <a:custGeom>
              <a:avLst/>
              <a:gdLst/>
              <a:ahLst/>
              <a:cxnLst/>
              <a:rect r="r" b="b" t="t" l="l"/>
              <a:pathLst>
                <a:path h="238865" w="1455080">
                  <a:moveTo>
                    <a:pt x="119433" y="0"/>
                  </a:moveTo>
                  <a:lnTo>
                    <a:pt x="1335647" y="0"/>
                  </a:lnTo>
                  <a:cubicBezTo>
                    <a:pt x="1367323" y="0"/>
                    <a:pt x="1397701" y="12583"/>
                    <a:pt x="1420099" y="34981"/>
                  </a:cubicBezTo>
                  <a:cubicBezTo>
                    <a:pt x="1442497" y="57379"/>
                    <a:pt x="1455080" y="87757"/>
                    <a:pt x="1455080" y="119433"/>
                  </a:cubicBezTo>
                  <a:lnTo>
                    <a:pt x="1455080" y="119433"/>
                  </a:lnTo>
                  <a:cubicBezTo>
                    <a:pt x="1455080" y="185393"/>
                    <a:pt x="1401608" y="238865"/>
                    <a:pt x="1335647" y="238865"/>
                  </a:cubicBezTo>
                  <a:lnTo>
                    <a:pt x="119433" y="238865"/>
                  </a:lnTo>
                  <a:cubicBezTo>
                    <a:pt x="53472" y="238865"/>
                    <a:pt x="0" y="185393"/>
                    <a:pt x="0" y="119433"/>
                  </a:cubicBezTo>
                  <a:lnTo>
                    <a:pt x="0" y="119433"/>
                  </a:lnTo>
                  <a:cubicBezTo>
                    <a:pt x="0" y="53472"/>
                    <a:pt x="53472" y="0"/>
                    <a:pt x="119433" y="0"/>
                  </a:cubicBezTo>
                  <a:close/>
                </a:path>
              </a:pathLst>
            </a:custGeom>
            <a:solidFill>
              <a:srgbClr val="F7B8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55080" cy="29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750969" y="7446126"/>
            <a:ext cx="348070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www.xinzex.com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80777" y="2223926"/>
            <a:ext cx="6841525" cy="13537133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382960" y="4396345"/>
            <a:ext cx="6635037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Explore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66745" y="5578295"/>
            <a:ext cx="3758244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Now!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972774" y="8109774"/>
            <a:ext cx="3457532" cy="1765438"/>
            <a:chOff x="0" y="0"/>
            <a:chExt cx="1591833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91833" cy="812800"/>
            </a:xfrm>
            <a:custGeom>
              <a:avLst/>
              <a:gdLst/>
              <a:ahLst/>
              <a:cxnLst/>
              <a:rect r="r" b="b" t="t" l="l"/>
              <a:pathLst>
                <a:path h="812800" w="1591833">
                  <a:moveTo>
                    <a:pt x="0" y="0"/>
                  </a:moveTo>
                  <a:lnTo>
                    <a:pt x="1591833" y="0"/>
                  </a:lnTo>
                  <a:lnTo>
                    <a:pt x="159183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1137" r="0" b="-1137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DAHBkfgPT_w</dc:identifier>
  <dcterms:modified xsi:type="dcterms:W3CDTF">2011-08-01T06:04:30Z</dcterms:modified>
  <cp:revision>1</cp:revision>
  <dc:title>Wardiere Inc.</dc:title>
</cp:coreProperties>
</file>